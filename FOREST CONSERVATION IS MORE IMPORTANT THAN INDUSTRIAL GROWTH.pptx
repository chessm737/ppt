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15FD"/>
    <a:srgbClr val="3FE1E1"/>
    <a:srgbClr val="FC16C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4821-B97A-4062-9395-49E31EEFB9A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AB473-AE43-4026-9354-5763E67621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4821-B97A-4062-9395-49E31EEFB9A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AB473-AE43-4026-9354-5763E67621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4821-B97A-4062-9395-49E31EEFB9A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AB473-AE43-4026-9354-5763E67621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4821-B97A-4062-9395-49E31EEFB9A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AB473-AE43-4026-9354-5763E67621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4821-B97A-4062-9395-49E31EEFB9A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AB473-AE43-4026-9354-5763E67621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4821-B97A-4062-9395-49E31EEFB9A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AB473-AE43-4026-9354-5763E67621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4821-B97A-4062-9395-49E31EEFB9A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AB473-AE43-4026-9354-5763E67621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4821-B97A-4062-9395-49E31EEFB9A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AB473-AE43-4026-9354-5763E67621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4821-B97A-4062-9395-49E31EEFB9A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AB473-AE43-4026-9354-5763E67621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4821-B97A-4062-9395-49E31EEFB9A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AB473-AE43-4026-9354-5763E67621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4821-B97A-4062-9395-49E31EEFB9A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AB473-AE43-4026-9354-5763E67621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A4821-B97A-4062-9395-49E31EEFB9A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AB473-AE43-4026-9354-5763E67621D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irefly_Gemini Flash_make the crack wider and make like the edge of a torn paper 110480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253998" y="1"/>
            <a:ext cx="9397998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676401"/>
            <a:ext cx="7696200" cy="1924050"/>
          </a:xfrm>
          <a:solidFill>
            <a:schemeClr val="tx1">
              <a:lumMod val="95000"/>
              <a:lumOff val="5000"/>
              <a:alpha val="50000"/>
            </a:schemeClr>
          </a:solidFill>
        </p:spPr>
        <p:txBody>
          <a:bodyPr>
            <a:normAutofit fontScale="90000"/>
          </a:bodyPr>
          <a:lstStyle/>
          <a:p>
            <a:r>
              <a:rPr lang="en-US" b="1" i="1" u="sng" dirty="0" smtClean="0">
                <a:solidFill>
                  <a:srgbClr val="FF0000"/>
                </a:solidFill>
              </a:rPr>
              <a:t>FOREST CONSERVATION IS MORE IMPORTANT THAN INDUSTRIAL GROWTH</a:t>
            </a:r>
            <a:endParaRPr lang="en-US" b="1" i="1" u="sng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solidFill>
            <a:schemeClr val="tx1">
              <a:lumMod val="95000"/>
              <a:lumOff val="5000"/>
              <a:alpha val="50000"/>
            </a:schemeClr>
          </a:solidFill>
        </p:spPr>
        <p:txBody>
          <a:bodyPr>
            <a:normAutofit fontScale="85000" lnSpcReduction="20000"/>
          </a:bodyPr>
          <a:lstStyle/>
          <a:p>
            <a:pPr algn="l"/>
            <a:r>
              <a:rPr lang="en-US" b="1" i="1" dirty="0" smtClean="0">
                <a:solidFill>
                  <a:srgbClr val="FFFF00"/>
                </a:solidFill>
              </a:rPr>
              <a:t>BY:-</a:t>
            </a:r>
          </a:p>
          <a:p>
            <a:pPr algn="l"/>
            <a:r>
              <a:rPr lang="en-US" b="1" i="1" dirty="0" smtClean="0">
                <a:solidFill>
                  <a:srgbClr val="FFFF00"/>
                </a:solidFill>
              </a:rPr>
              <a:t>SKANDA                                    RIDHAAN</a:t>
            </a:r>
          </a:p>
          <a:p>
            <a:pPr algn="l"/>
            <a:r>
              <a:rPr lang="en-US" b="1" i="1" dirty="0" smtClean="0">
                <a:solidFill>
                  <a:srgbClr val="FFFF00"/>
                </a:solidFill>
              </a:rPr>
              <a:t>AMIT                                          ARVIN</a:t>
            </a:r>
          </a:p>
          <a:p>
            <a:pPr algn="l"/>
            <a:r>
              <a:rPr lang="en-US" b="1" i="1" dirty="0" smtClean="0">
                <a:solidFill>
                  <a:srgbClr val="FFFF00"/>
                </a:solidFill>
              </a:rPr>
              <a:t>ESHAAN                                     UDBHAV</a:t>
            </a:r>
            <a:endParaRPr lang="en-US" b="1" i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download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solidFill>
            <a:schemeClr val="tx1">
              <a:lumMod val="95000"/>
              <a:lumOff val="5000"/>
              <a:alpha val="40000"/>
            </a:schemeClr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buFont typeface="Arial" pitchFamily="34" charset="0"/>
              <a:buChar char="•"/>
            </a:pPr>
            <a:r>
              <a:rPr lang="en-US" b="1" i="1" u="sng" dirty="0" smtClean="0">
                <a:solidFill>
                  <a:schemeClr val="bg1"/>
                </a:solidFill>
              </a:rPr>
              <a:t>ARGUMENTS FOR THIS STATEMENT:-</a:t>
            </a:r>
            <a:endParaRPr lang="en-US" b="1" i="1" u="sng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000" y="1752600"/>
            <a:ext cx="8305800" cy="4739759"/>
          </a:xfrm>
          <a:prstGeom prst="rect">
            <a:avLst/>
          </a:prstGeom>
          <a:solidFill>
            <a:schemeClr val="tx1">
              <a:lumMod val="95000"/>
              <a:lumOff val="5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Forests produce oxygen essential for all living beings and absorb excess carbon dioxide, thus helping mitigate climate change by reducing greenhouse gases in the atmosphere.</a:t>
            </a:r>
          </a:p>
          <a:p>
            <a:pPr>
              <a:buFont typeface="Arial" pitchFamily="34" charset="0"/>
              <a:buChar char="•"/>
            </a:pPr>
            <a:r>
              <a:rPr lang="en-US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Forests provide shelter and habitat to diverse wildlife species and indigenous tribal communities, supporting biodiversity and cultural heritage.</a:t>
            </a:r>
          </a:p>
          <a:p>
            <a:pPr>
              <a:buFont typeface="Arial" pitchFamily="34" charset="0"/>
              <a:buChar char="•"/>
            </a:pPr>
            <a:r>
              <a:rPr lang="en-US" sz="28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Forests contribute to increased rainfall through their role in the water cycle, promoting regional climate stability and agricultural productivity.</a:t>
            </a:r>
          </a:p>
          <a:p>
            <a:pPr marL="457200" indent="-457200"/>
            <a:endParaRPr lang="en-US" sz="2200" b="1" i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download (2)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8" name="TextBox 7"/>
          <p:cNvSpPr txBox="1"/>
          <p:nvPr/>
        </p:nvSpPr>
        <p:spPr>
          <a:xfrm>
            <a:off x="228600" y="1143000"/>
            <a:ext cx="8382000" cy="5355312"/>
          </a:xfrm>
          <a:prstGeom prst="rect">
            <a:avLst/>
          </a:prstGeom>
          <a:solidFill>
            <a:schemeClr val="tx1">
              <a:lumMod val="95000"/>
              <a:lumOff val="5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600" b="1" i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Forest roots bind the soil together, preventing soil erosion and surface run-off, which helps maintain fertile land and reduces the risk of floods.</a:t>
            </a:r>
          </a:p>
          <a:p>
            <a:pPr>
              <a:buFont typeface="Arial" pitchFamily="34" charset="0"/>
              <a:buChar char="•"/>
            </a:pPr>
            <a:r>
              <a:rPr lang="en-US" sz="3600" b="1" i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Forests promote tourism by offering natural spaces for relaxation and recreation, thereby supporting local economies and raising awareness about environmental conservation.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download (1)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95400"/>
          </a:xfrm>
          <a:noFill/>
        </p:spPr>
        <p:txBody>
          <a:bodyPr>
            <a:normAutofit fontScale="90000"/>
          </a:bodyPr>
          <a:lstStyle/>
          <a:p>
            <a:r>
              <a:rPr lang="en-US" b="1" i="1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ARGUMENTS AGAINST </a:t>
            </a:r>
            <a:r>
              <a:rPr lang="en-US" b="1" i="1" u="sng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STATEMENT:-</a:t>
            </a:r>
            <a:endParaRPr lang="en-US" b="1" i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" y="1371600"/>
            <a:ext cx="8686800" cy="5509200"/>
          </a:xfrm>
          <a:prstGeom prst="rect">
            <a:avLst/>
          </a:prstGeom>
          <a:solidFill>
            <a:schemeClr val="tx1">
              <a:lumMod val="95000"/>
              <a:lumOff val="5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200" b="1" i="1" dirty="0">
                <a:solidFill>
                  <a:srgbClr val="3FE1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Industrial growth significantly boosts the economy by generating wealth, increasing GDP, and creating business opportunities essential for national development.</a:t>
            </a:r>
          </a:p>
          <a:p>
            <a:pPr>
              <a:buFont typeface="Arial" pitchFamily="34" charset="0"/>
              <a:buChar char="•"/>
            </a:pPr>
            <a:r>
              <a:rPr lang="en-US" sz="3200" b="1" i="1" dirty="0">
                <a:solidFill>
                  <a:srgbClr val="3FE1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Industries produce man-made goods and technologies that nature cannot provide, improving living standards and helping meet human needs.</a:t>
            </a:r>
          </a:p>
          <a:p>
            <a:pPr>
              <a:buFont typeface="Arial" pitchFamily="34" charset="0"/>
              <a:buChar char="•"/>
            </a:pPr>
            <a:r>
              <a:rPr lang="en-US" sz="3200" b="1" i="1" dirty="0">
                <a:solidFill>
                  <a:srgbClr val="3FE1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Industrial development creates millions of employment opportunities across sectors, supporting livelihoods and reducing poverty</a:t>
            </a:r>
            <a:r>
              <a:rPr lang="en-US" sz="3200" b="1" i="1" dirty="0" smtClean="0">
                <a:solidFill>
                  <a:srgbClr val="3FE1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sz="3200" b="1" i="1" dirty="0">
              <a:solidFill>
                <a:srgbClr val="3FE1E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image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4000" cy="6857999"/>
          </a:xfrm>
        </p:spPr>
      </p:pic>
      <p:sp>
        <p:nvSpPr>
          <p:cNvPr id="5" name="TextBox 4"/>
          <p:cNvSpPr txBox="1"/>
          <p:nvPr/>
        </p:nvSpPr>
        <p:spPr>
          <a:xfrm>
            <a:off x="609600" y="990600"/>
            <a:ext cx="8001000" cy="5078313"/>
          </a:xfrm>
          <a:prstGeom prst="rect">
            <a:avLst/>
          </a:prstGeom>
          <a:solidFill>
            <a:schemeClr val="tx1">
              <a:lumMod val="95000"/>
              <a:lumOff val="5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3600" b="1" i="1" dirty="0" smtClean="0">
                <a:solidFill>
                  <a:srgbClr val="3FE1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Improved infrastructure resulting from industrial growth facilitates better transportation, communication, and services, enhancing overall quality of life.</a:t>
            </a:r>
          </a:p>
          <a:p>
            <a:pPr>
              <a:buFont typeface="Arial" pitchFamily="34" charset="0"/>
              <a:buChar char="•"/>
            </a:pPr>
            <a:r>
              <a:rPr lang="en-US" sz="3600" b="1" i="1" dirty="0" smtClean="0">
                <a:solidFill>
                  <a:srgbClr val="3FE1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Industrialization drives technological advancements and innovation, fostering progress that can eventually support sustainable practices and environmental solutions.</a:t>
            </a:r>
            <a:endParaRPr lang="en-US" sz="3600" b="1" i="1" dirty="0">
              <a:solidFill>
                <a:srgbClr val="3FE1E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4ikldb5jf8v4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000" b="1" i="1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CONCLUSION:-</a:t>
            </a:r>
            <a:endParaRPr lang="en-US" sz="5000" b="1" i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905000"/>
            <a:ext cx="8153400" cy="4524315"/>
          </a:xfrm>
          <a:prstGeom prst="rect">
            <a:avLst/>
          </a:prstGeom>
          <a:solidFill>
            <a:schemeClr val="tx1">
              <a:lumMod val="95000"/>
              <a:lumOff val="5000"/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b="1" i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 is no clear answer to whether forest conservation is more important than industrial growth, as both are essential for sustainable development. Balancing environmental protection with economic progress requires careful </a:t>
            </a:r>
            <a:r>
              <a:rPr lang="en-US" sz="3600" b="1" i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planning </a:t>
            </a:r>
            <a:r>
              <a:rPr lang="en-US" sz="3600" b="1" i="1" dirty="0" smtClean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innovation. Future policies must integrate both priorities for long-term wellbeing.</a:t>
            </a:r>
            <a:endParaRPr lang="en-US" sz="3600" b="1" i="1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289</Words>
  <Application>Microsoft Office PowerPoint</Application>
  <PresentationFormat>On-screen Show (4:3)</PresentationFormat>
  <Paragraphs>19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FOREST CONSERVATION IS MORE IMPORTANT THAN INDUSTRIAL GROWTH</vt:lpstr>
      <vt:lpstr>ARGUMENTS FOR THIS STATEMENT:-</vt:lpstr>
      <vt:lpstr>Slide 3</vt:lpstr>
      <vt:lpstr>ARGUMENTS AGAINST THIS STATEMENT:-</vt:lpstr>
      <vt:lpstr>Slide 5</vt:lpstr>
      <vt:lpstr>CONCLUSION:-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Nidhi Skanda</dc:creator>
  <cp:lastModifiedBy>Nidhi Skanda</cp:lastModifiedBy>
  <cp:revision>16</cp:revision>
  <dcterms:created xsi:type="dcterms:W3CDTF">2025-11-24T13:42:57Z</dcterms:created>
  <dcterms:modified xsi:type="dcterms:W3CDTF">2025-11-24T15:28:58Z</dcterms:modified>
</cp:coreProperties>
</file>